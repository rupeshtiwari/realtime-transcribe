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P/g38spqh7fvXqzeN34aTTKPO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Amazon is peculiar, Amazon believes in Working hard, having fun and making history. </a:t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b6420f5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9b6420f5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9b6420f57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s and videos | Amazon.com, Inc. - Press Room" id="27" name="Google Shape;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01591" y="6289099"/>
            <a:ext cx="1188330" cy="4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www.amazon.jobs/pt/landing_pages/in-person-intervie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Leadership Principles Behavioral Interview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4807384" y="3631519"/>
            <a:ext cx="2196752" cy="235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Amazon</a:t>
            </a:r>
            <a:endParaRPr/>
          </a:p>
        </p:txBody>
      </p:sp>
      <p:pic>
        <p:nvPicPr>
          <p:cNvPr descr="Images and videos | Amazon.com, Inc. - Press Room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141" y="507305"/>
            <a:ext cx="2094473" cy="880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Perfecting START Method</a:t>
            </a:r>
            <a:endParaRPr/>
          </a:p>
        </p:txBody>
      </p:sp>
      <p:pic>
        <p:nvPicPr>
          <p:cNvPr id="97" name="Google Shape;9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503" y="1437318"/>
            <a:ext cx="7107592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1001503" y="5788656"/>
            <a:ext cx="804953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https://www.amazon.jobs/pt/landing_pages/in-person-interview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Perfecting START Method - Situation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800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Pick example with the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Highest level of complexity and ambiguity of problem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Simplicity of solution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Seniority of decision-makers and customer/business impact that YOU have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Make sure to answer the question that was asked. Example if the interviewer asked to describe a complex problem, try not to respond with something that someone in your capacity solves on a weekly basis.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Make sure you have 2 situations per LP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you are not sure ask clarification question to interviewer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Perfecting STAR Method - Task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What goal were you working toward?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would you know you were successful?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Find objectives, KPIs and deadlines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do you know KPI really matters?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KPIs need to be justified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Are you in risk confusing the interviewer?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Focus on the main KPI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Mention obstacles that you could anticipate, mention them here (Do not invent them but don’t miss opportunity to mention obstacles if you experienced)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Perfecting START Method - Action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Avoid “We” use “I” - Use “we” to describe the proverbial boat that you were on. But when you took the helm to steer it through the storm, use “I”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Create a mental numbered list of concrete steps that you took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Perfecting STAR Method - Result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Always have measurable results to share. Even if binary or anecdotal. Avoid picking situations where there are no measurable results.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Share lessons learned regardless of successful or failure outcomes.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Make sure the results tie to the KPIs from the “Task” section.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Perfecting START Method – Ideal flow 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Ask the interviewer for a couple of minutes to gather your thoughts.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Avoid monologue, open with a 4-minute situation compressed in a STAR narrative. Offer enough facts to demonstrate your knowledge of the details.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Welcome follow-ups and drill-downs ( this is signal that interviewer is taking interest on your example)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/>
              <a:t>Ask meaningful questions at the end (15 minutes)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Winning characteristics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Calm, confident, relaxed, engaged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Highly structured, logical and linear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Recognizes complexity but strives for simplicity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Highly articulate, crisp and to the point; does not loop around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Highly numerate; likes numbers (KPIs and Results should have numbers)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Use facts to make decisions and arguments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Don’t be apologetic but have healthy self-criticism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Explains and simplifies unknown industry concepts (Don’t use much technical terms, keep response more on behavior and humans)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Arranging Logistics – Summary sheet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Create Situation summary sheet with LPs, situation prompts and key results/outcomes as well as lesson learned as per below template. Prepare at least 2 situation prompt per LP.</a:t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636" y="3429000"/>
            <a:ext cx="8535591" cy="152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Arranging Logistics – Hardware software</a:t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Get proper headset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Download Amazon Chime and test your hardware in advance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Place a test conference call with a friend to test your internet connection.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Are Right A Lot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Tell me about a time when you made a difficult decision with input from many different sources such as customers, stakeholders and partner team and so forth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Tell me about a time  when you made an error of judgement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Questions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Bias For Action: </a:t>
            </a:r>
            <a:r>
              <a:rPr lang="en-US"/>
              <a:t>Tell me about a time when you had to make a decision without consulting your manager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Customer Obsession: </a:t>
            </a:r>
            <a:r>
              <a:rPr lang="en-US"/>
              <a:t>Tell me about a time when you had a difficult interaction with customer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Invent &amp; Simplify: </a:t>
            </a:r>
            <a:r>
              <a:rPr lang="en-US"/>
              <a:t>Tell me about a time when you solved a complex problem with simple solution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b6420f57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Critical LPs Loop round </a:t>
            </a:r>
            <a:endParaRPr/>
          </a:p>
        </p:txBody>
      </p:sp>
      <p:sp>
        <p:nvSpPr>
          <p:cNvPr id="167" name="Google Shape;167;g29b6420f577_0_0"/>
          <p:cNvSpPr txBox="1"/>
          <p:nvPr>
            <p:ph idx="1" type="body"/>
          </p:nvPr>
        </p:nvSpPr>
        <p:spPr>
          <a:xfrm>
            <a:off x="838200" y="1825625"/>
            <a:ext cx="9921900" cy="447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18">
                <a:latin typeface="Arial"/>
                <a:ea typeface="Arial"/>
                <a:cs typeface="Arial"/>
                <a:sym typeface="Arial"/>
              </a:rPr>
              <a:t>SA Level 5 and Level 6</a:t>
            </a:r>
            <a:endParaRPr b="1"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Customer Obsession, 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Deliver Results, 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Invent and Simplify, 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Have Backbone 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Disagree and Commit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Learn and Be Curious 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Think Big  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Earn Trust (83% of loops)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-382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618">
                <a:latin typeface="Arial"/>
                <a:ea typeface="Arial"/>
                <a:cs typeface="Arial"/>
                <a:sym typeface="Arial"/>
              </a:rPr>
              <a:t>Dive Deep (77%)</a:t>
            </a:r>
            <a:endParaRPr sz="26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2022-09-19T19:10:02Z</dcterms:created>
  <dc:creator>Rupesh Kumar</dc:creator>
</cp:coreProperties>
</file>